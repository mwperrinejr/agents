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C4D0"/>
                </a:solidFill>
              </a:rPr>
              <a:t>VOLTWAY 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Fleet pick: Tesla Model Y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2331720"/>
            <a:ext cx="201168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Longer EPA range supports more daily miles and fewer mid-day charging stops than the Mustang Mach-E.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38727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Faster charging plus stronger Supercharger access reduces charging friction and vehicle downtime.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97096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0565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Greater cargo space and utility better fit sales reps who carry materials, samples, or luggage.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C2A8"/>
                </a:solidFill>
              </a:rPr>
              <a:t>VOLTWAY RECOMMENDS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600" b="1">
                <a:solidFill>
                  <a:srgbClr val="0A2540"/>
                </a:solidFill>
              </a:rPr>
              <a:t>Choose the Tesla Model Y for the 100-car sales fleet; the Ford Mustang Mach-E is the lower-cost option, but it is better suited only if upfront budget is the primary constraint.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